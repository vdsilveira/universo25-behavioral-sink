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2.png"/><Relationship Id="rId5" Type="http://schemas.openxmlformats.org/officeDocument/2006/relationships/image" Target="../media/image-12-3.svg"/><Relationship Id="rId6" Type="http://schemas.openxmlformats.org/officeDocument/2006/relationships/image" Target="../media/image-12-2.png"/><Relationship Id="rId7" Type="http://schemas.openxmlformats.org/officeDocument/2006/relationships/image" Target="../media/image-1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87376"/>
            <a:ext cx="604624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444030"/>
            <a:ext cx="9874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IA006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60553" y="1387376"/>
            <a:ext cx="3400042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3957" y="1444030"/>
            <a:ext cx="37828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CIÊNCIA E ENGENHARIA DE SISTEMAS COMPLEXOS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1750120"/>
            <a:ext cx="1086874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Universo 25: Reproduzindo o Colapso Social através de Modelagem Baseada em Agentes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356682" y="380553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Trabalho desenvolvido no contexto da disciplina IA006 - Tópicos em Sistemas Inteligentes II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36780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653062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Nome:</a:t>
            </a:r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Vinícius Duarte Silveira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4171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Universo 25: A Utopia que Virou Distopia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291310"/>
            <a:ext cx="1086874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Universo 25 foi um estudo notório conduzido pelo etólogo John B. Calhoun, onde uma colônia de camundongos foi estabelecida em um ambiente ideal, com recursos ilimitados, ausência de predadores e espaço aparentemente vasto. O objetivo era observar os efeitos da densidade populacional na dinâmica social ao longo do tempo. Inicialmente, o ambiente parecia uma utopia perfeita, mas o experimento revelou uma trajetória surpreendente que transformou este paraíso em uma distopia comportamental.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Universo 25: A Utopia que Virou Distopia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Em 1968, o cientista John B. Calhoun criou o habitat perfeito — e assistiu a uma sociedade inteira se desintegrar de dentro para fora.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09539"/>
            <a:ext cx="1209049" cy="287139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766193"/>
            <a:ext cx="15918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EXPERIMENTO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72283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Uma Pergunta Perturbadora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4633201" y="2733774"/>
            <a:ext cx="6903269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que acontece com uma sociedade quando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todas as suas necessidades são satisfeitas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?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Calhoun, etologista do National Institute of Mental Health, queria entender os limites do crescimento populacional — e o preço psicológico do paraíso.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Seu laboratório se tornaria o palco de um dos experimentos mais sombrios da ciência comportamental.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14077"/>
            <a:ext cx="906837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46765" y="770731"/>
            <a:ext cx="12896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CENÁRIO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0768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Paraíso dos Camundongos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541588"/>
            <a:ext cx="3053877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28717" y="273694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Espaço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3145631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Um recinto de 2,7 m² com túneis, ninhos e áreas abertas — projetado para até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3.840 indivíduos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2541588"/>
            <a:ext cx="3053976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71601" y="273694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🍽️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Recursos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71601" y="3145631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Comida, água e material de ninho em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quantidade ilimitada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sempre disponíveis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739680"/>
            <a:ext cx="6296860" cy="1404243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28717" y="493504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Segurança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28717" y="5343723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 predadores, sem doenças transmissíveis, sem ameaças externas de qualquer tipo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98575"/>
            <a:ext cx="831234" cy="287139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55229"/>
            <a:ext cx="12140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INÍCIO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61319"/>
            <a:ext cx="57702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Quatro Casais, Um Universo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2322810"/>
            <a:ext cx="5770220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experimento começou em julho de 1968 com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apenas 8 camundongos saudáveis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4 machos e 4 fêmeas — introduzidos no habitat.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Nas primeiras semanas, a população cresceu de forma saudável e ordenada. Os casais formaram territórios, construíram ninhos e cuidaram de suas crias com dedicação.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520009"/>
            <a:ext cx="5770220" cy="1039416"/>
          </a:xfrm>
          <a:prstGeom prst="roundRect">
            <a:avLst>
              <a:gd name="adj" fmla="val 733"/>
            </a:avLst>
          </a:prstGeom>
          <a:solidFill>
            <a:srgbClr val="E4E6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00402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737298"/>
            <a:ext cx="496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população dobrou a cada 55 dias — exatamente como previsto pela biologia.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763077" y="1085949"/>
            <a:ext cx="4909519" cy="4686102"/>
          </a:xfrm>
          <a:prstGeom prst="roundRect">
            <a:avLst>
              <a:gd name="adj" fmla="val 163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6952084" y="1274961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Curva do Crescimento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952084" y="1759248"/>
            <a:ext cx="45315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 8 para mais de 2.000 em menos de 2 anos. O crescimento exponencial parecia promissor — até que não era mais.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22561"/>
            <a:ext cx="680128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79215"/>
            <a:ext cx="10629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PICO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853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2.200 Camundongos — e o Espaço Começou a Faltar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0445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3840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9044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Capacidade Máxima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3131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Indivíduos que o habitat foi projetado para suportar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63135" y="30445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2200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4363135" y="39044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Pico Real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43131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Número máximo atingido antes do colapso comportamental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4794" y="30445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55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064794" y="39044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Dias por Dobro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064794" y="43131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Tempo que a população levava para duplicar no início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51306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Apesar de ainda haver recursos físicos disponíveis,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densidade social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tornou-se insuportável. O espaço psicológico havia se esgotado muito antes do espaço físico.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061567"/>
            <a:ext cx="906837" cy="287139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118221"/>
            <a:ext cx="12896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COLAPSO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4243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"Ralo Comportamental"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88907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Calhoun chamou o fenômeno de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behavioral sink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um ralo onde todos os comportamentos normais foram sugados. A sociedade começou a se desintegrar de dentro para fora.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40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Sociedade se Desfaz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04554"/>
            <a:ext cx="1524756" cy="942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8317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Hiperagressividade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91855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Machos perderam a capacidade de defender territórios e passaram a atacar uns aos outros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sem motivo aparente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A violência tornou-se aleatória e constante.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304554"/>
            <a:ext cx="1524756" cy="942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8317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Abandono Materno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91855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Mães passaram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abandonar ou atacar seus próprios filhotes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O instinto de cuidado, pilar de qualquer sociedade, simplesmente desapareceu.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304554"/>
            <a:ext cx="1524756" cy="942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8317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Isolamento Social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91855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Indivíduos se retiraram completamente da vida comunitária. Sem reprodução, sem interação, sem propósito — apenas sobrevivência mecânica.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0258"/>
            <a:ext cx="4637269" cy="46373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6251" y="1147266"/>
            <a:ext cx="982340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79655" y="1203920"/>
            <a:ext cx="13651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OS "BELOS"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66251" y="1510010"/>
            <a:ext cx="57702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Beautiful Ones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5766251" y="2171502"/>
            <a:ext cx="5770220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Um grupo de camundongos machos desenvolveu um comportamento estranhamente perturbador: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passavam o dia inteiro comendo, dormindo e limpando seus pelos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Sem cicatrizes de batalha, sem envolvimento social, sem interesse em acasalar — eram fisicamente saudáveis, mas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completamente mortos por dentro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766251" y="4368701"/>
            <a:ext cx="5770220" cy="1341834"/>
          </a:xfrm>
          <a:prstGeom prst="roundRect">
            <a:avLst>
              <a:gd name="adj" fmla="val 568"/>
            </a:avLst>
          </a:prstGeom>
          <a:solidFill>
            <a:srgbClr val="E4E6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58" y="4649093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0499" y="4585990"/>
            <a:ext cx="49669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Calhoun os chamou de "Os Belos" pela aparência imaculada — mas eram o sintoma mais alarmante do colapso.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752"/>
            <a:ext cx="491021" cy="233263"/>
          </a:xfrm>
          <a:prstGeom prst="roundRect">
            <a:avLst>
              <a:gd name="adj" fmla="val 3267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572790"/>
            <a:ext cx="916461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FIM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09923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Mortos Socialmente Antes de Morrerem Fisicamente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956891"/>
            <a:ext cx="6383575" cy="378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7124" y="486683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Extinção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307" y="471398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Envelhecimento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14884" y="471398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Natalidade zero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85954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taxa de natalidade despencou para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zero absoluto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Mesmo quando a população diminuiu e o espaço voltou a sobrar, os camundongos haviam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esquecido como viver em comunidade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O dano era irreversível. A última fêmea morreu em 1973.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5448"/>
            <a:ext cx="753448" cy="260152"/>
          </a:xfrm>
          <a:prstGeom prst="roundRect">
            <a:avLst>
              <a:gd name="adj" fmla="val 2929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4164" y="616744"/>
            <a:ext cx="1157655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LEGADO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887611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o Universo 25 Nos Ensina</a:t>
            </a:r>
            <a:endParaRPr lang="en-US" sz="3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0948"/>
            <a:ext cx="6296860" cy="12637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970" y="2381250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Recursos não são suficientes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27970" y="2741910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Uma sociedade precisa de mais do que comida e segurança — precisa de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papel, propósito e conexão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09876"/>
            <a:ext cx="6296860" cy="12637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7970" y="3800177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densidade social tem custo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7970" y="4160838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superpovoamento destrói comportamentos instintivos antes de destruir corpos. O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espaço psicológico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é tão vital quanto o físico.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28803"/>
            <a:ext cx="6296860" cy="12637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970" y="5219105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Uma advertência para a humanidade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927970" y="5579765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Calhoun alertou: sociedades humanas em crescimento urbano acelerado poderiam enfrentar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padrões similares de colapso social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369"/>
            <a:ext cx="10868745" cy="84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Reproduzindo o Universo 25: Modelagem Baseada em Agentes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581547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Agent-Based Modeling (ABM)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é uma metodologia computacional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bottom-up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cada agente individual segue regras simples, e a interação entre todos gera comportamentos emergentes no sistema como um todo.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4841"/>
            <a:ext cx="5385558" cy="95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550" y="2219722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ABM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92550" y="2490589"/>
            <a:ext cx="499960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Mice são modelados como agentes autônomos que interagem, competem, se reproduzem e ocupam espaço seguindo regras simples.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662" y="2064841"/>
            <a:ext cx="5385558" cy="9540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5737" y="2219722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Universo 25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75737" y="2490589"/>
            <a:ext cx="499960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experimento original dependeu de um ambiente físico controlado, com densidade social crescente e recursos abundantes, mas espaço limitado.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1475" y="3128764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Essa abordagem é ideal para estudar o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behavioral sink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porque permite simular o colapso de comportamento social sem depender das limitações práticas de um experimento real, isolando relações entre população, espaço e regras de convivência.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61475" y="3823791"/>
            <a:ext cx="5385558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8"/>
          <p:cNvSpPr/>
          <p:nvPr/>
        </p:nvSpPr>
        <p:spPr>
          <a:xfrm>
            <a:off x="661475" y="3929757"/>
            <a:ext cx="53855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1. Crescimento populacional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61475" y="4200624"/>
            <a:ext cx="53855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Simular nascimento, mortalidade e ritmo de expansão da colônia ao longo do tempo.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4662" y="3823791"/>
            <a:ext cx="5385558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1"/>
          <p:cNvSpPr/>
          <p:nvPr/>
        </p:nvSpPr>
        <p:spPr>
          <a:xfrm>
            <a:off x="6144662" y="3929757"/>
            <a:ext cx="53855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 Densidade espacial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44662" y="4200624"/>
            <a:ext cx="53855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Monitorar como a ocupação do espaço altera encontros, competição e estresse social.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61475" y="4985246"/>
            <a:ext cx="5385558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4"/>
          <p:cNvSpPr/>
          <p:nvPr/>
        </p:nvSpPr>
        <p:spPr>
          <a:xfrm>
            <a:off x="661475" y="5091212"/>
            <a:ext cx="53855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 Regras comportamentais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1475" y="5362079"/>
            <a:ext cx="53855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Definir agressão, acasalamento e construção de ninhos como respostas simples ao ambiente e aos vizinhos.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44662" y="4985246"/>
            <a:ext cx="5385558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7"/>
          <p:cNvSpPr/>
          <p:nvPr/>
        </p:nvSpPr>
        <p:spPr>
          <a:xfrm>
            <a:off x="6144662" y="5091212"/>
            <a:ext cx="53855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 Recursos disponíveis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144662" y="5362079"/>
            <a:ext cx="53855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Variar comida, água e abrigo para observar como a abundância interage com a pressão social.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1475" y="5947172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 que podemos aprender: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testar hipóteses sobre colapso social, identificar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tipping points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de densidade, e explorar intervenções como redistribuição de espaço, alteração de regras de interação ou mudanças na disponibilidade de recursos.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802"/>
            <a:ext cx="10868745" cy="75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Como usar LLM'S para axiliar </a:t>
            </a:r>
            <a:endParaRPr lang="en-US" sz="23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passo 1: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5942"/>
            <a:ext cx="5286739" cy="3043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36294"/>
            <a:ext cx="5286739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Usando o agente de codigo diretamente 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31" y="1505942"/>
            <a:ext cx="3222247" cy="20766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49831" y="3669804"/>
            <a:ext cx="5286739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Usando NotebookLM 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1475" y="5285680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Prompt: </a:t>
            </a:r>
            <a:endParaRPr lang="en-US" sz="2350" dirty="0"/>
          </a:p>
        </p:txBody>
      </p:sp>
      <p:sp>
        <p:nvSpPr>
          <p:cNvPr id="8" name="Shape 4"/>
          <p:cNvSpPr/>
          <p:nvPr/>
        </p:nvSpPr>
        <p:spPr>
          <a:xfrm>
            <a:off x="661475" y="5780286"/>
            <a:ext cx="10868745" cy="531813"/>
          </a:xfrm>
          <a:prstGeom prst="roundRect">
            <a:avLst>
              <a:gd name="adj" fmla="val 1433"/>
            </a:avLst>
          </a:prstGeom>
          <a:solidFill>
            <a:srgbClr val="E4E6E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19" y="5890022"/>
            <a:ext cx="151305" cy="121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4867" y="5888038"/>
            <a:ext cx="10354309" cy="32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Quero reproduzir o experimento de calhoun descrito em @1962calhoun.pdf usando Modelagem Baseada em Agentes, me ajude a identificar os princiapis parametros necessarios para que obtenhamos uma simulação mais proxima da realidade. salve o parametros em 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params.md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Passo 2: Usando Parâmetros como Referência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 a lista de parâmetros em mãos, criamos um prompt detalhado para gerar a implementação.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123255"/>
            <a:ext cx="531908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Entrada (Parâmetros)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134768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a lista gerada no Passo 1 como referência para orientar o modelo.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1475" y="1503561"/>
            <a:ext cx="5319083" cy="1022548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GRID_WIDTH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GRID_HEIGHT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NEST_COUNT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FEEDING_STATIONS_COUNT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initial_population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growth_rate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stress_threshold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and other calibrated parameters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487" y="1123255"/>
            <a:ext cx="531908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Saída (Código)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487" y="134768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 LLM transforma os parâmetros em arquivos prontos para execução e análise.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217487" y="1503561"/>
            <a:ext cx="5319083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universo25_model.py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universo25_streamlit.py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universo25_simulacao.ipynb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requirements.txt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61475" y="2613422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Prompt Template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2920504"/>
            <a:ext cx="10868745" cy="5742880"/>
          </a:xfrm>
          <a:prstGeom prst="roundRect">
            <a:avLst>
              <a:gd name="adj" fmla="val 133"/>
            </a:avLst>
          </a:prstGeom>
          <a:solidFill>
            <a:srgbClr val="E4E6E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2991346"/>
            <a:ext cx="118067" cy="94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8450" y="2991346"/>
            <a:ext cx="10467316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Crie uma simulação baseada em agentes (ABM) em Python usando Mesa 3.5.1 que replique o experimento "Universo 25" de John B. Calhoun usando [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sua lista de parametros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].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Gere 4 arquivos: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68450" y="3303091"/>
            <a:ext cx="10467316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universo25_model.py            //            o modelo e agentes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universo25_streamlit.py        //            o dashboard interativo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universo25_simulacao.ipynb     //            o notebook para execuÃ§Ã£o headless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requirements.txt               //            o dependencias com versoes fixas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968450" y="3848596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====================================================================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68450" y="4009231"/>
            <a:ext cx="1046731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ESPECIFICAÇÃO COMPLETA DO MODELO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68450" y="4292699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====================================================================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68450" y="4453334"/>
            <a:ext cx="1046731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1. Parametros Globais (Environment)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8450" y="4619823"/>
            <a:ext cx="1046731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 Atributos dos Agentes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68450" y="4786313"/>
            <a:ext cx="1046731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 Constantes Biológicas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68450" y="4952802"/>
            <a:ext cx="1046731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 Regras Comportamentais 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8450" y="5147667"/>
            <a:ext cx="10467316" cy="124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A. Dinamica de Estresse</a:t>
            </a:r>
            <a:endParaRPr lang="en-US" sz="9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B. Transição de Status Social.</a:t>
            </a:r>
            <a:endParaRPr lang="en-US" sz="9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C. Reprodução</a:t>
            </a:r>
            <a:endParaRPr lang="en-US" sz="9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D. Abandono Materno</a:t>
            </a:r>
            <a:endParaRPr lang="en-US" sz="9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E. Hipersexualidade</a:t>
            </a:r>
            <a:endParaRPr lang="en-US" sz="9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 F. Canibalismo/Necrofagia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    G. Brigas/AgressÃ£o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8450" y="6442174"/>
            <a:ext cx="1046731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 Parametros Extras (implementar no codigo)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68450" y="6637040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====================================================================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68450" y="6797675"/>
            <a:ext cx="1046731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NOTEBOOK (universo25_simulacao.ipynb)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968450" y="7081143"/>
            <a:ext cx="10467316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====================================================================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Celulas: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968450" y="7392888"/>
            <a:ext cx="10467316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Ti­tulo + markdown explicando o experimento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Import do modelo e bibliotecas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Criar modelo com parametros default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Rodar simulação (STEPS passos)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plot_grid() + plot_metrics()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6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Tabela de fases comparando com Calhoun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7"/>
            </a:pPr>
            <a:r>
              <a:rPr 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(Opcional) ComparaÃ§Ã£o com/sem ENVIRONMENTAL_ENRICHMENT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68450" y="8328025"/>
            <a:ext cx="10467316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2026-08-25T17:58:33Z</dcterms:created>
  <dcterms:modified xsi:type="dcterms:W3CDTF">2026-08-25T17:58:33Z</dcterms:modified>
</cp:coreProperties>
</file>